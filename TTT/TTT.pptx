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embeddedFontLst>
    <p:embeddedFont>
      <p:font typeface="Play" pitchFamily="2" charset="0"/>
      <p:regular r:id="rId7"/>
      <p:bold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" roundtripDataSignature="AMtx7mhUPV84TfUKE8XXJpyB4n6Gu9Fi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4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f8d3c82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f8d3c82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f8d3c82a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f8d3c82a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f8d3c82a0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bf8d3c82a0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>
            <a:extLst>
              <a:ext uri="{FF2B5EF4-FFF2-40B4-BE49-F238E27FC236}">
                <a16:creationId xmlns:a16="http://schemas.microsoft.com/office/drawing/2014/main" id="{EC20E42F-5E06-788B-4523-9715B63A9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589" y="3401422"/>
            <a:ext cx="5306594" cy="2621870"/>
          </a:xfrm>
          <a:prstGeom prst="rect">
            <a:avLst/>
          </a:prstGeom>
        </p:spPr>
      </p:pic>
      <p:sp>
        <p:nvSpPr>
          <p:cNvPr id="84" name="Google Shape;84;p2"/>
          <p:cNvSpPr/>
          <p:nvPr/>
        </p:nvSpPr>
        <p:spPr>
          <a:xfrm>
            <a:off x="7656525" y="272675"/>
            <a:ext cx="4185000" cy="27645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p2"/>
          <p:cNvCxnSpPr/>
          <p:nvPr/>
        </p:nvCxnSpPr>
        <p:spPr>
          <a:xfrm>
            <a:off x="1056563" y="900586"/>
            <a:ext cx="1212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6" name="Google Shape;86;p2"/>
          <p:cNvSpPr txBox="1"/>
          <p:nvPr/>
        </p:nvSpPr>
        <p:spPr>
          <a:xfrm>
            <a:off x="1173000" y="449430"/>
            <a:ext cx="979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</a:t>
            </a: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2278825" y="272675"/>
            <a:ext cx="4515300" cy="27645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/>
          <p:cNvSpPr txBox="1"/>
          <p:nvPr/>
        </p:nvSpPr>
        <p:spPr>
          <a:xfrm>
            <a:off x="3575809" y="232360"/>
            <a:ext cx="182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Inference Server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5472254" y="1578872"/>
            <a:ext cx="41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🕐</a:t>
            </a:r>
            <a:endParaRPr dirty="0"/>
          </a:p>
        </p:txBody>
      </p:sp>
      <p:sp>
        <p:nvSpPr>
          <p:cNvPr id="90" name="Google Shape;90;p2"/>
          <p:cNvSpPr txBox="1"/>
          <p:nvPr/>
        </p:nvSpPr>
        <p:spPr>
          <a:xfrm>
            <a:off x="5762730" y="1560504"/>
            <a:ext cx="566705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T-1</a:t>
            </a:r>
            <a:endParaRPr dirty="0"/>
          </a:p>
        </p:txBody>
      </p:sp>
      <p:sp>
        <p:nvSpPr>
          <p:cNvPr id="91" name="Google Shape;91;p2"/>
          <p:cNvSpPr txBox="1"/>
          <p:nvPr/>
        </p:nvSpPr>
        <p:spPr>
          <a:xfrm>
            <a:off x="8873325" y="264086"/>
            <a:ext cx="175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Server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9518" y="2208498"/>
            <a:ext cx="7874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/>
          <p:nvPr/>
        </p:nvSpPr>
        <p:spPr>
          <a:xfrm>
            <a:off x="-102655" y="2863555"/>
            <a:ext cx="162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Output</a:t>
            </a:r>
            <a:endParaRPr/>
          </a:p>
        </p:txBody>
      </p:sp>
      <p:pic>
        <p:nvPicPr>
          <p:cNvPr id="94" name="Google Shape;94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963" y="272675"/>
            <a:ext cx="1016000" cy="698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 txBox="1"/>
          <p:nvPr/>
        </p:nvSpPr>
        <p:spPr>
          <a:xfrm>
            <a:off x="-16299" y="982434"/>
            <a:ext cx="125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Input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3534015" y="2073349"/>
            <a:ext cx="5295254" cy="811006"/>
          </a:xfrm>
          <a:prstGeom prst="roundRect">
            <a:avLst>
              <a:gd name="adj" fmla="val 16667"/>
            </a:avLst>
          </a:prstGeom>
          <a:solidFill>
            <a:srgbClr val="D9E5F8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5345060" y="2139331"/>
            <a:ext cx="588239" cy="412325"/>
          </a:xfrm>
          <a:prstGeom prst="rect">
            <a:avLst/>
          </a:prstGeom>
          <a:solidFill>
            <a:srgbClr val="FAE2D5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Token2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6097456" y="2139330"/>
            <a:ext cx="588239" cy="412325"/>
          </a:xfrm>
          <a:prstGeom prst="rect">
            <a:avLst/>
          </a:prstGeom>
          <a:solidFill>
            <a:srgbClr val="F2CDED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Token1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4571400" y="2145819"/>
            <a:ext cx="588239" cy="412325"/>
          </a:xfrm>
          <a:prstGeom prst="rect">
            <a:avLst/>
          </a:prstGeom>
          <a:solidFill>
            <a:srgbClr val="C7EDFC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Token3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3650899" y="2145819"/>
            <a:ext cx="588239" cy="412325"/>
          </a:xfrm>
          <a:prstGeom prst="rect">
            <a:avLst/>
          </a:prstGeom>
          <a:solidFill>
            <a:srgbClr val="FAE2D5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TokenN</a:t>
            </a:r>
            <a:endParaRPr sz="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4212377" y="2089175"/>
            <a:ext cx="3818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5472254" y="2541022"/>
            <a:ext cx="41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endParaRPr dirty="0"/>
          </a:p>
        </p:txBody>
      </p:sp>
      <p:sp>
        <p:nvSpPr>
          <p:cNvPr id="103" name="Google Shape;103;p2"/>
          <p:cNvSpPr txBox="1"/>
          <p:nvPr/>
        </p:nvSpPr>
        <p:spPr>
          <a:xfrm>
            <a:off x="4657769" y="2555216"/>
            <a:ext cx="41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 dirty="0"/>
          </a:p>
        </p:txBody>
      </p:sp>
      <p:sp>
        <p:nvSpPr>
          <p:cNvPr id="104" name="Google Shape;104;p2"/>
          <p:cNvSpPr txBox="1"/>
          <p:nvPr/>
        </p:nvSpPr>
        <p:spPr>
          <a:xfrm>
            <a:off x="6209805" y="2545766"/>
            <a:ext cx="41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endParaRPr dirty="0"/>
          </a:p>
        </p:txBody>
      </p:sp>
      <p:sp>
        <p:nvSpPr>
          <p:cNvPr id="105" name="Google Shape;105;p2"/>
          <p:cNvSpPr txBox="1"/>
          <p:nvPr/>
        </p:nvSpPr>
        <p:spPr>
          <a:xfrm>
            <a:off x="3748770" y="2544068"/>
            <a:ext cx="41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endParaRPr dirty="0"/>
          </a:p>
        </p:txBody>
      </p:sp>
      <p:sp>
        <p:nvSpPr>
          <p:cNvPr id="108" name="Google Shape;108;p2"/>
          <p:cNvSpPr txBox="1"/>
          <p:nvPr/>
        </p:nvSpPr>
        <p:spPr>
          <a:xfrm>
            <a:off x="3642173" y="978182"/>
            <a:ext cx="133049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Verifying…</a:t>
            </a:r>
            <a:endParaRPr sz="1100" dirty="0"/>
          </a:p>
        </p:txBody>
      </p:sp>
      <p:cxnSp>
        <p:nvCxnSpPr>
          <p:cNvPr id="109" name="Google Shape;109;p2"/>
          <p:cNvCxnSpPr/>
          <p:nvPr/>
        </p:nvCxnSpPr>
        <p:spPr>
          <a:xfrm rot="10800000">
            <a:off x="1066113" y="2628987"/>
            <a:ext cx="246790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0" name="Google Shape;110;p2"/>
          <p:cNvSpPr txBox="1"/>
          <p:nvPr/>
        </p:nvSpPr>
        <p:spPr>
          <a:xfrm>
            <a:off x="1063877" y="2628965"/>
            <a:ext cx="1107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Response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4339460" y="981567"/>
            <a:ext cx="133050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Drafting…</a:t>
            </a:r>
            <a:endParaRPr sz="1100" dirty="0"/>
          </a:p>
        </p:txBody>
      </p:sp>
      <p:sp>
        <p:nvSpPr>
          <p:cNvPr id="112" name="Google Shape;112;p2"/>
          <p:cNvSpPr txBox="1"/>
          <p:nvPr/>
        </p:nvSpPr>
        <p:spPr>
          <a:xfrm>
            <a:off x="7597368" y="2108591"/>
            <a:ext cx="134843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Buffer</a:t>
            </a:r>
            <a:endParaRPr/>
          </a:p>
        </p:txBody>
      </p:sp>
      <p:cxnSp>
        <p:nvCxnSpPr>
          <p:cNvPr id="113" name="Google Shape;113;p2"/>
          <p:cNvCxnSpPr>
            <a:cxnSpLocks/>
          </p:cNvCxnSpPr>
          <p:nvPr/>
        </p:nvCxnSpPr>
        <p:spPr>
          <a:xfrm>
            <a:off x="6794201" y="2083700"/>
            <a:ext cx="0" cy="91456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" name="Google Shape;114;p2"/>
          <p:cNvCxnSpPr>
            <a:cxnSpLocks/>
          </p:cNvCxnSpPr>
          <p:nvPr/>
        </p:nvCxnSpPr>
        <p:spPr>
          <a:xfrm>
            <a:off x="7654459" y="2073340"/>
            <a:ext cx="0" cy="84635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5" name="Google Shape;115;p2"/>
          <p:cNvCxnSpPr/>
          <p:nvPr/>
        </p:nvCxnSpPr>
        <p:spPr>
          <a:xfrm>
            <a:off x="6799910" y="2390546"/>
            <a:ext cx="872082" cy="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16" name="Google Shape;116;p2"/>
          <p:cNvSpPr txBox="1"/>
          <p:nvPr/>
        </p:nvSpPr>
        <p:spPr>
          <a:xfrm>
            <a:off x="6691216" y="2431608"/>
            <a:ext cx="10683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8412281" y="1625283"/>
            <a:ext cx="41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🕐</a:t>
            </a:r>
            <a:endParaRPr dirty="0"/>
          </a:p>
        </p:txBody>
      </p:sp>
      <p:sp>
        <p:nvSpPr>
          <p:cNvPr id="119" name="Google Shape;119;p2"/>
          <p:cNvSpPr txBox="1"/>
          <p:nvPr/>
        </p:nvSpPr>
        <p:spPr>
          <a:xfrm>
            <a:off x="8719497" y="1595124"/>
            <a:ext cx="33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dirty="0"/>
          </a:p>
        </p:txBody>
      </p:sp>
      <p:cxnSp>
        <p:nvCxnSpPr>
          <p:cNvPr id="120" name="Google Shape;120;p2"/>
          <p:cNvCxnSpPr/>
          <p:nvPr/>
        </p:nvCxnSpPr>
        <p:spPr>
          <a:xfrm flipH="1">
            <a:off x="6648175" y="1255802"/>
            <a:ext cx="1436100" cy="990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21" name="Google Shape;121;p2"/>
          <p:cNvSpPr txBox="1"/>
          <p:nvPr/>
        </p:nvSpPr>
        <p:spPr>
          <a:xfrm>
            <a:off x="6701801" y="1457904"/>
            <a:ext cx="10683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Policy</a:t>
            </a:r>
            <a:endParaRPr dirty="0"/>
          </a:p>
        </p:txBody>
      </p:sp>
      <p:sp>
        <p:nvSpPr>
          <p:cNvPr id="122" name="Google Shape;122;p2"/>
          <p:cNvSpPr txBox="1"/>
          <p:nvPr/>
        </p:nvSpPr>
        <p:spPr>
          <a:xfrm>
            <a:off x="9671214" y="2416219"/>
            <a:ext cx="15119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Pipeline</a:t>
            </a:r>
            <a:endParaRPr dirty="0"/>
          </a:p>
        </p:txBody>
      </p:sp>
      <p:cxnSp>
        <p:nvCxnSpPr>
          <p:cNvPr id="124" name="Google Shape;124;p2"/>
          <p:cNvCxnSpPr>
            <a:cxnSpLocks/>
            <a:endCxn id="126" idx="2"/>
          </p:cNvCxnSpPr>
          <p:nvPr/>
        </p:nvCxnSpPr>
        <p:spPr>
          <a:xfrm flipV="1">
            <a:off x="9507631" y="2213152"/>
            <a:ext cx="1537489" cy="177394"/>
          </a:xfrm>
          <a:prstGeom prst="bentConnector2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26" name="Google Shape;126;p2"/>
          <p:cNvSpPr txBox="1"/>
          <p:nvPr/>
        </p:nvSpPr>
        <p:spPr>
          <a:xfrm>
            <a:off x="10393820" y="1566652"/>
            <a:ext cx="1302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Speculator </a:t>
            </a: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Trainer</a:t>
            </a: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7" name="Google Shape;127;p2"/>
          <p:cNvCxnSpPr/>
          <p:nvPr/>
        </p:nvCxnSpPr>
        <p:spPr>
          <a:xfrm flipH="1">
            <a:off x="9359575" y="1224859"/>
            <a:ext cx="1017300" cy="30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28" name="Google Shape;128;p2"/>
          <p:cNvSpPr txBox="1"/>
          <p:nvPr/>
        </p:nvSpPr>
        <p:spPr>
          <a:xfrm>
            <a:off x="9295290" y="654486"/>
            <a:ext cx="1131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Speculator</a:t>
            </a:r>
            <a:endParaRPr dirty="0"/>
          </a:p>
        </p:txBody>
      </p:sp>
      <p:sp>
        <p:nvSpPr>
          <p:cNvPr id="129" name="Google Shape;129;p2"/>
          <p:cNvSpPr/>
          <p:nvPr/>
        </p:nvSpPr>
        <p:spPr>
          <a:xfrm>
            <a:off x="2419197" y="741316"/>
            <a:ext cx="203400" cy="204900"/>
          </a:xfrm>
          <a:prstGeom prst="ellipse">
            <a:avLst/>
          </a:prstGeom>
          <a:solidFill>
            <a:srgbClr val="C7EDFC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sp>
        <p:nvSpPr>
          <p:cNvPr id="130" name="Google Shape;130;p2"/>
          <p:cNvSpPr/>
          <p:nvPr/>
        </p:nvSpPr>
        <p:spPr>
          <a:xfrm>
            <a:off x="2421272" y="1129483"/>
            <a:ext cx="203400" cy="204900"/>
          </a:xfrm>
          <a:prstGeom prst="ellipse">
            <a:avLst/>
          </a:prstGeom>
          <a:solidFill>
            <a:srgbClr val="C7EDFC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sp>
        <p:nvSpPr>
          <p:cNvPr id="131" name="Google Shape;131;p2"/>
          <p:cNvSpPr/>
          <p:nvPr/>
        </p:nvSpPr>
        <p:spPr>
          <a:xfrm>
            <a:off x="2784964" y="620149"/>
            <a:ext cx="203400" cy="204900"/>
          </a:xfrm>
          <a:prstGeom prst="ellipse">
            <a:avLst/>
          </a:prstGeom>
          <a:solidFill>
            <a:srgbClr val="4A86E8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sp>
        <p:nvSpPr>
          <p:cNvPr id="132" name="Google Shape;132;p2"/>
          <p:cNvSpPr/>
          <p:nvPr/>
        </p:nvSpPr>
        <p:spPr>
          <a:xfrm>
            <a:off x="2784964" y="958259"/>
            <a:ext cx="203400" cy="204900"/>
          </a:xfrm>
          <a:prstGeom prst="ellipse">
            <a:avLst/>
          </a:prstGeom>
          <a:solidFill>
            <a:srgbClr val="C7EDFC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sp>
        <p:nvSpPr>
          <p:cNvPr id="133" name="Google Shape;133;p2"/>
          <p:cNvSpPr/>
          <p:nvPr/>
        </p:nvSpPr>
        <p:spPr>
          <a:xfrm>
            <a:off x="2784964" y="1296370"/>
            <a:ext cx="203400" cy="204900"/>
          </a:xfrm>
          <a:prstGeom prst="ellipse">
            <a:avLst/>
          </a:prstGeom>
          <a:solidFill>
            <a:srgbClr val="4A86E8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sp>
        <p:nvSpPr>
          <p:cNvPr id="134" name="Google Shape;134;p2"/>
          <p:cNvSpPr/>
          <p:nvPr/>
        </p:nvSpPr>
        <p:spPr>
          <a:xfrm>
            <a:off x="3119497" y="684314"/>
            <a:ext cx="203400" cy="204900"/>
          </a:xfrm>
          <a:prstGeom prst="ellipse">
            <a:avLst/>
          </a:prstGeom>
          <a:solidFill>
            <a:srgbClr val="C7EDFC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sp>
        <p:nvSpPr>
          <p:cNvPr id="135" name="Google Shape;135;p2"/>
          <p:cNvSpPr/>
          <p:nvPr/>
        </p:nvSpPr>
        <p:spPr>
          <a:xfrm>
            <a:off x="3119497" y="1000004"/>
            <a:ext cx="203400" cy="204900"/>
          </a:xfrm>
          <a:prstGeom prst="ellipse">
            <a:avLst/>
          </a:prstGeom>
          <a:solidFill>
            <a:srgbClr val="C7EDFC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sp>
        <p:nvSpPr>
          <p:cNvPr id="136" name="Google Shape;136;p2"/>
          <p:cNvSpPr/>
          <p:nvPr/>
        </p:nvSpPr>
        <p:spPr>
          <a:xfrm>
            <a:off x="3119497" y="1353072"/>
            <a:ext cx="203400" cy="204900"/>
          </a:xfrm>
          <a:prstGeom prst="ellipse">
            <a:avLst/>
          </a:prstGeom>
          <a:solidFill>
            <a:srgbClr val="C9DAF8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sp>
        <p:nvSpPr>
          <p:cNvPr id="137" name="Google Shape;137;p2"/>
          <p:cNvSpPr/>
          <p:nvPr/>
        </p:nvSpPr>
        <p:spPr>
          <a:xfrm>
            <a:off x="3388716" y="795316"/>
            <a:ext cx="203400" cy="204900"/>
          </a:xfrm>
          <a:prstGeom prst="ellipse">
            <a:avLst/>
          </a:prstGeom>
          <a:solidFill>
            <a:srgbClr val="C7EDFC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sp>
        <p:nvSpPr>
          <p:cNvPr id="138" name="Google Shape;138;p2"/>
          <p:cNvSpPr/>
          <p:nvPr/>
        </p:nvSpPr>
        <p:spPr>
          <a:xfrm>
            <a:off x="3430551" y="1296370"/>
            <a:ext cx="203400" cy="204900"/>
          </a:xfrm>
          <a:prstGeom prst="ellipse">
            <a:avLst/>
          </a:prstGeom>
          <a:solidFill>
            <a:srgbClr val="C7EDFC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cxnSp>
        <p:nvCxnSpPr>
          <p:cNvPr id="139" name="Google Shape;139;p2"/>
          <p:cNvCxnSpPr>
            <a:cxnSpLocks/>
            <a:stCxn id="129" idx="6"/>
            <a:endCxn id="131" idx="2"/>
          </p:cNvCxnSpPr>
          <p:nvPr/>
        </p:nvCxnSpPr>
        <p:spPr>
          <a:xfrm rot="10800000" flipH="1">
            <a:off x="2622597" y="722566"/>
            <a:ext cx="162300" cy="12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</p:cxnSp>
      <p:cxnSp>
        <p:nvCxnSpPr>
          <p:cNvPr id="140" name="Google Shape;140;p2"/>
          <p:cNvCxnSpPr>
            <a:stCxn id="130" idx="6"/>
            <a:endCxn id="133" idx="1"/>
          </p:cNvCxnSpPr>
          <p:nvPr/>
        </p:nvCxnSpPr>
        <p:spPr>
          <a:xfrm>
            <a:off x="2624672" y="1231933"/>
            <a:ext cx="190200" cy="94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" name="Google Shape;141;p2"/>
          <p:cNvCxnSpPr>
            <a:stCxn id="129" idx="6"/>
            <a:endCxn id="132" idx="2"/>
          </p:cNvCxnSpPr>
          <p:nvPr/>
        </p:nvCxnSpPr>
        <p:spPr>
          <a:xfrm>
            <a:off x="2622597" y="843766"/>
            <a:ext cx="162300" cy="21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2"/>
          <p:cNvCxnSpPr>
            <a:stCxn id="132" idx="7"/>
            <a:endCxn id="134" idx="3"/>
          </p:cNvCxnSpPr>
          <p:nvPr/>
        </p:nvCxnSpPr>
        <p:spPr>
          <a:xfrm rot="10800000" flipH="1">
            <a:off x="2958577" y="859266"/>
            <a:ext cx="190800" cy="129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" name="Google Shape;143;p2"/>
          <p:cNvCxnSpPr>
            <a:endCxn id="134" idx="1"/>
          </p:cNvCxnSpPr>
          <p:nvPr/>
        </p:nvCxnSpPr>
        <p:spPr>
          <a:xfrm>
            <a:off x="2988184" y="713121"/>
            <a:ext cx="161100" cy="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" name="Google Shape;144;p2"/>
          <p:cNvCxnSpPr>
            <a:endCxn id="135" idx="2"/>
          </p:cNvCxnSpPr>
          <p:nvPr/>
        </p:nvCxnSpPr>
        <p:spPr>
          <a:xfrm>
            <a:off x="2960497" y="785954"/>
            <a:ext cx="159000" cy="316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" name="Google Shape;145;p2"/>
          <p:cNvCxnSpPr>
            <a:cxnSpLocks/>
            <a:stCxn id="131" idx="5"/>
          </p:cNvCxnSpPr>
          <p:nvPr/>
        </p:nvCxnSpPr>
        <p:spPr>
          <a:xfrm>
            <a:off x="2958577" y="795042"/>
            <a:ext cx="189600" cy="595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" name="Google Shape;146;p2"/>
          <p:cNvCxnSpPr>
            <a:stCxn id="133" idx="6"/>
            <a:endCxn id="135" idx="3"/>
          </p:cNvCxnSpPr>
          <p:nvPr/>
        </p:nvCxnSpPr>
        <p:spPr>
          <a:xfrm rot="10800000" flipH="1">
            <a:off x="2988364" y="1175020"/>
            <a:ext cx="160800" cy="223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Google Shape;147;p2"/>
          <p:cNvCxnSpPr>
            <a:endCxn id="136" idx="1"/>
          </p:cNvCxnSpPr>
          <p:nvPr/>
        </p:nvCxnSpPr>
        <p:spPr>
          <a:xfrm>
            <a:off x="2973184" y="1111578"/>
            <a:ext cx="176100" cy="27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" name="Google Shape;148;p2"/>
          <p:cNvCxnSpPr>
            <a:endCxn id="136" idx="2"/>
          </p:cNvCxnSpPr>
          <p:nvPr/>
        </p:nvCxnSpPr>
        <p:spPr>
          <a:xfrm>
            <a:off x="2980897" y="1400922"/>
            <a:ext cx="138600" cy="54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" name="Google Shape;149;p2"/>
          <p:cNvCxnSpPr>
            <a:endCxn id="138" idx="2"/>
          </p:cNvCxnSpPr>
          <p:nvPr/>
        </p:nvCxnSpPr>
        <p:spPr>
          <a:xfrm rot="10800000" flipH="1">
            <a:off x="3322851" y="1398820"/>
            <a:ext cx="107700" cy="73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" name="Google Shape;150;p2"/>
          <p:cNvCxnSpPr>
            <a:stCxn id="135" idx="6"/>
            <a:endCxn id="137" idx="3"/>
          </p:cNvCxnSpPr>
          <p:nvPr/>
        </p:nvCxnSpPr>
        <p:spPr>
          <a:xfrm rot="10800000" flipH="1">
            <a:off x="3322897" y="970154"/>
            <a:ext cx="95700" cy="132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2"/>
          <p:cNvCxnSpPr>
            <a:stCxn id="134" idx="6"/>
            <a:endCxn id="137" idx="1"/>
          </p:cNvCxnSpPr>
          <p:nvPr/>
        </p:nvCxnSpPr>
        <p:spPr>
          <a:xfrm>
            <a:off x="3322897" y="786764"/>
            <a:ext cx="95700" cy="38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" name="Google Shape;152;p2"/>
          <p:cNvCxnSpPr>
            <a:endCxn id="137" idx="4"/>
          </p:cNvCxnSpPr>
          <p:nvPr/>
        </p:nvCxnSpPr>
        <p:spPr>
          <a:xfrm rot="10800000" flipH="1">
            <a:off x="3307416" y="1000216"/>
            <a:ext cx="183000" cy="389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" name="Google Shape;153;p2"/>
          <p:cNvCxnSpPr>
            <a:endCxn id="137" idx="5"/>
          </p:cNvCxnSpPr>
          <p:nvPr/>
        </p:nvCxnSpPr>
        <p:spPr>
          <a:xfrm rot="10800000">
            <a:off x="3562328" y="970209"/>
            <a:ext cx="29700" cy="334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" name="Google Shape;154;p2"/>
          <p:cNvCxnSpPr>
            <a:stCxn id="129" idx="4"/>
            <a:endCxn id="130" idx="0"/>
          </p:cNvCxnSpPr>
          <p:nvPr/>
        </p:nvCxnSpPr>
        <p:spPr>
          <a:xfrm>
            <a:off x="2520897" y="946216"/>
            <a:ext cx="2100" cy="18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2"/>
          <p:cNvSpPr/>
          <p:nvPr/>
        </p:nvSpPr>
        <p:spPr>
          <a:xfrm>
            <a:off x="5439437" y="833867"/>
            <a:ext cx="203400" cy="204900"/>
          </a:xfrm>
          <a:prstGeom prst="ellipse">
            <a:avLst/>
          </a:prstGeom>
          <a:solidFill>
            <a:srgbClr val="C7EDFC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sp>
        <p:nvSpPr>
          <p:cNvPr id="156" name="Google Shape;156;p2"/>
          <p:cNvSpPr/>
          <p:nvPr/>
        </p:nvSpPr>
        <p:spPr>
          <a:xfrm>
            <a:off x="5786054" y="628975"/>
            <a:ext cx="203400" cy="204900"/>
          </a:xfrm>
          <a:prstGeom prst="ellipse">
            <a:avLst/>
          </a:prstGeom>
          <a:solidFill>
            <a:srgbClr val="4A86E8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sp>
        <p:nvSpPr>
          <p:cNvPr id="157" name="Google Shape;157;p2"/>
          <p:cNvSpPr/>
          <p:nvPr/>
        </p:nvSpPr>
        <p:spPr>
          <a:xfrm>
            <a:off x="5786054" y="1038785"/>
            <a:ext cx="203400" cy="204900"/>
          </a:xfrm>
          <a:prstGeom prst="ellipse">
            <a:avLst/>
          </a:prstGeom>
          <a:solidFill>
            <a:srgbClr val="C7EDFC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sp>
        <p:nvSpPr>
          <p:cNvPr id="158" name="Google Shape;158;p2"/>
          <p:cNvSpPr/>
          <p:nvPr/>
        </p:nvSpPr>
        <p:spPr>
          <a:xfrm>
            <a:off x="6132687" y="658423"/>
            <a:ext cx="203400" cy="204900"/>
          </a:xfrm>
          <a:prstGeom prst="ellipse">
            <a:avLst/>
          </a:prstGeom>
          <a:solidFill>
            <a:srgbClr val="C9DAF8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sp>
        <p:nvSpPr>
          <p:cNvPr id="159" name="Google Shape;159;p2"/>
          <p:cNvSpPr/>
          <p:nvPr/>
        </p:nvSpPr>
        <p:spPr>
          <a:xfrm>
            <a:off x="6048031" y="946467"/>
            <a:ext cx="203400" cy="204900"/>
          </a:xfrm>
          <a:prstGeom prst="ellipse">
            <a:avLst/>
          </a:prstGeom>
          <a:solidFill>
            <a:srgbClr val="C7EDFC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sp>
        <p:nvSpPr>
          <p:cNvPr id="160" name="Google Shape;160;p2"/>
          <p:cNvSpPr/>
          <p:nvPr/>
        </p:nvSpPr>
        <p:spPr>
          <a:xfrm>
            <a:off x="6382556" y="833867"/>
            <a:ext cx="203400" cy="204900"/>
          </a:xfrm>
          <a:prstGeom prst="ellipse">
            <a:avLst/>
          </a:prstGeom>
          <a:solidFill>
            <a:srgbClr val="C7EDFC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cxnSp>
        <p:nvCxnSpPr>
          <p:cNvPr id="161" name="Google Shape;161;p2"/>
          <p:cNvCxnSpPr>
            <a:endCxn id="157" idx="1"/>
          </p:cNvCxnSpPr>
          <p:nvPr/>
        </p:nvCxnSpPr>
        <p:spPr>
          <a:xfrm>
            <a:off x="5642742" y="940392"/>
            <a:ext cx="173100" cy="128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" name="Google Shape;162;p2"/>
          <p:cNvCxnSpPr>
            <a:stCxn id="155" idx="6"/>
            <a:endCxn id="156" idx="3"/>
          </p:cNvCxnSpPr>
          <p:nvPr/>
        </p:nvCxnSpPr>
        <p:spPr>
          <a:xfrm rot="10800000" flipH="1">
            <a:off x="5642837" y="804017"/>
            <a:ext cx="173100" cy="132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p2"/>
          <p:cNvCxnSpPr>
            <a:endCxn id="158" idx="2"/>
          </p:cNvCxnSpPr>
          <p:nvPr/>
        </p:nvCxnSpPr>
        <p:spPr>
          <a:xfrm>
            <a:off x="5989587" y="707773"/>
            <a:ext cx="143100" cy="53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" name="Google Shape;164;p2"/>
          <p:cNvCxnSpPr>
            <a:cxnSpLocks/>
          </p:cNvCxnSpPr>
          <p:nvPr/>
        </p:nvCxnSpPr>
        <p:spPr>
          <a:xfrm rot="10800000" flipH="1">
            <a:off x="5908066" y="972906"/>
            <a:ext cx="190200" cy="62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" name="Google Shape;165;p2"/>
          <p:cNvCxnSpPr>
            <a:stCxn id="159" idx="7"/>
            <a:endCxn id="158" idx="3"/>
          </p:cNvCxnSpPr>
          <p:nvPr/>
        </p:nvCxnSpPr>
        <p:spPr>
          <a:xfrm rot="10800000">
            <a:off x="6162543" y="833373"/>
            <a:ext cx="59100" cy="143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" name="Google Shape;166;p2"/>
          <p:cNvCxnSpPr>
            <a:stCxn id="160" idx="0"/>
          </p:cNvCxnSpPr>
          <p:nvPr/>
        </p:nvCxnSpPr>
        <p:spPr>
          <a:xfrm rot="10800000">
            <a:off x="6336056" y="798767"/>
            <a:ext cx="148200" cy="35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Google Shape;167;p2"/>
          <p:cNvCxnSpPr>
            <a:stCxn id="160" idx="3"/>
          </p:cNvCxnSpPr>
          <p:nvPr/>
        </p:nvCxnSpPr>
        <p:spPr>
          <a:xfrm flipH="1">
            <a:off x="6242843" y="1008760"/>
            <a:ext cx="169500" cy="2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8" name="Google Shape;168;p2"/>
          <p:cNvSpPr/>
          <p:nvPr/>
        </p:nvSpPr>
        <p:spPr>
          <a:xfrm>
            <a:off x="5676437" y="1203696"/>
            <a:ext cx="756000" cy="334800"/>
          </a:xfrm>
          <a:prstGeom prst="rect">
            <a:avLst/>
          </a:prstGeom>
          <a:solidFill>
            <a:srgbClr val="E6B8AF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Draft</a:t>
            </a:r>
            <a:endParaRPr sz="1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"/>
          <p:cNvSpPr/>
          <p:nvPr/>
        </p:nvSpPr>
        <p:spPr>
          <a:xfrm>
            <a:off x="8157737" y="964518"/>
            <a:ext cx="203400" cy="204900"/>
          </a:xfrm>
          <a:prstGeom prst="ellipse">
            <a:avLst/>
          </a:prstGeom>
          <a:solidFill>
            <a:srgbClr val="C7EDFC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sp>
        <p:nvSpPr>
          <p:cNvPr id="170" name="Google Shape;170;p2"/>
          <p:cNvSpPr/>
          <p:nvPr/>
        </p:nvSpPr>
        <p:spPr>
          <a:xfrm>
            <a:off x="8504354" y="759627"/>
            <a:ext cx="203400" cy="204900"/>
          </a:xfrm>
          <a:prstGeom prst="ellipse">
            <a:avLst/>
          </a:prstGeom>
          <a:solidFill>
            <a:srgbClr val="4A86E8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sp>
        <p:nvSpPr>
          <p:cNvPr id="171" name="Google Shape;171;p2"/>
          <p:cNvSpPr/>
          <p:nvPr/>
        </p:nvSpPr>
        <p:spPr>
          <a:xfrm>
            <a:off x="8504354" y="1169587"/>
            <a:ext cx="203400" cy="204900"/>
          </a:xfrm>
          <a:prstGeom prst="ellipse">
            <a:avLst/>
          </a:prstGeom>
          <a:solidFill>
            <a:srgbClr val="C7EDFC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sp>
        <p:nvSpPr>
          <p:cNvPr id="172" name="Google Shape;172;p2"/>
          <p:cNvSpPr/>
          <p:nvPr/>
        </p:nvSpPr>
        <p:spPr>
          <a:xfrm>
            <a:off x="8850987" y="789074"/>
            <a:ext cx="203400" cy="204900"/>
          </a:xfrm>
          <a:prstGeom prst="ellipse">
            <a:avLst/>
          </a:prstGeom>
          <a:solidFill>
            <a:srgbClr val="C9DAF8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sp>
        <p:nvSpPr>
          <p:cNvPr id="173" name="Google Shape;173;p2"/>
          <p:cNvSpPr/>
          <p:nvPr/>
        </p:nvSpPr>
        <p:spPr>
          <a:xfrm>
            <a:off x="8766331" y="1077118"/>
            <a:ext cx="203400" cy="204900"/>
          </a:xfrm>
          <a:prstGeom prst="ellipse">
            <a:avLst/>
          </a:prstGeom>
          <a:solidFill>
            <a:srgbClr val="C7EDFC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sp>
        <p:nvSpPr>
          <p:cNvPr id="174" name="Google Shape;174;p2"/>
          <p:cNvSpPr/>
          <p:nvPr/>
        </p:nvSpPr>
        <p:spPr>
          <a:xfrm>
            <a:off x="9100856" y="964518"/>
            <a:ext cx="203400" cy="204900"/>
          </a:xfrm>
          <a:prstGeom prst="ellipse">
            <a:avLst/>
          </a:prstGeom>
          <a:solidFill>
            <a:srgbClr val="C7EDFC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cxnSp>
        <p:nvCxnSpPr>
          <p:cNvPr id="175" name="Google Shape;175;p2"/>
          <p:cNvCxnSpPr>
            <a:stCxn id="173" idx="2"/>
            <a:endCxn id="173" idx="2"/>
          </p:cNvCxnSpPr>
          <p:nvPr/>
        </p:nvCxnSpPr>
        <p:spPr>
          <a:xfrm>
            <a:off x="8766331" y="1179568"/>
            <a:ext cx="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" name="Google Shape;176;p2"/>
          <p:cNvCxnSpPr>
            <a:stCxn id="169" idx="6"/>
            <a:endCxn id="170" idx="3"/>
          </p:cNvCxnSpPr>
          <p:nvPr/>
        </p:nvCxnSpPr>
        <p:spPr>
          <a:xfrm rot="10800000" flipH="1">
            <a:off x="8361137" y="934668"/>
            <a:ext cx="173100" cy="132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2"/>
          <p:cNvCxnSpPr>
            <a:endCxn id="172" idx="2"/>
          </p:cNvCxnSpPr>
          <p:nvPr/>
        </p:nvCxnSpPr>
        <p:spPr>
          <a:xfrm>
            <a:off x="8707887" y="838424"/>
            <a:ext cx="143100" cy="53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2"/>
          <p:cNvCxnSpPr>
            <a:stCxn id="173" idx="7"/>
            <a:endCxn id="172" idx="3"/>
          </p:cNvCxnSpPr>
          <p:nvPr/>
        </p:nvCxnSpPr>
        <p:spPr>
          <a:xfrm rot="10800000">
            <a:off x="8880843" y="964025"/>
            <a:ext cx="59100" cy="143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2"/>
          <p:cNvCxnSpPr>
            <a:stCxn id="174" idx="0"/>
          </p:cNvCxnSpPr>
          <p:nvPr/>
        </p:nvCxnSpPr>
        <p:spPr>
          <a:xfrm rot="10800000">
            <a:off x="9054356" y="929418"/>
            <a:ext cx="148200" cy="35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" name="Google Shape;180;p2"/>
          <p:cNvCxnSpPr>
            <a:stCxn id="174" idx="3"/>
          </p:cNvCxnSpPr>
          <p:nvPr/>
        </p:nvCxnSpPr>
        <p:spPr>
          <a:xfrm flipH="1">
            <a:off x="8961143" y="1139412"/>
            <a:ext cx="169500" cy="2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1" name="Google Shape;181;p2"/>
          <p:cNvSpPr/>
          <p:nvPr/>
        </p:nvSpPr>
        <p:spPr>
          <a:xfrm>
            <a:off x="8343915" y="1231855"/>
            <a:ext cx="756000" cy="334800"/>
          </a:xfrm>
          <a:prstGeom prst="rect">
            <a:avLst/>
          </a:prstGeom>
          <a:solidFill>
            <a:srgbClr val="E6B8AF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Draft</a:t>
            </a: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2" name="Google Shape;182;p2"/>
          <p:cNvCxnSpPr>
            <a:stCxn id="169" idx="6"/>
            <a:endCxn id="171" idx="1"/>
          </p:cNvCxnSpPr>
          <p:nvPr/>
        </p:nvCxnSpPr>
        <p:spPr>
          <a:xfrm>
            <a:off x="8361137" y="1066968"/>
            <a:ext cx="173100" cy="13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" name="Google Shape;183;p2"/>
          <p:cNvSpPr/>
          <p:nvPr/>
        </p:nvSpPr>
        <p:spPr>
          <a:xfrm>
            <a:off x="2374373" y="612563"/>
            <a:ext cx="1330500" cy="972079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84" name="Google Shape;184;p2"/>
          <p:cNvSpPr/>
          <p:nvPr/>
        </p:nvSpPr>
        <p:spPr>
          <a:xfrm>
            <a:off x="5412531" y="604500"/>
            <a:ext cx="1220094" cy="974372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85" name="Google Shape;185;p2"/>
          <p:cNvSpPr/>
          <p:nvPr/>
        </p:nvSpPr>
        <p:spPr>
          <a:xfrm>
            <a:off x="8099825" y="745152"/>
            <a:ext cx="1270500" cy="8700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cxnSp>
        <p:nvCxnSpPr>
          <p:cNvPr id="186" name="Google Shape;186;p2"/>
          <p:cNvCxnSpPr>
            <a:cxnSpLocks/>
          </p:cNvCxnSpPr>
          <p:nvPr/>
        </p:nvCxnSpPr>
        <p:spPr>
          <a:xfrm rot="5400000">
            <a:off x="4837828" y="1495350"/>
            <a:ext cx="744339" cy="387110"/>
          </a:xfrm>
          <a:prstGeom prst="bentConnector3">
            <a:avLst>
              <a:gd name="adj1" fmla="val -1425"/>
            </a:avLst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07" name="Google Shape;107;p2"/>
          <p:cNvSpPr/>
          <p:nvPr/>
        </p:nvSpPr>
        <p:spPr>
          <a:xfrm>
            <a:off x="2737581" y="1435088"/>
            <a:ext cx="756000" cy="334800"/>
          </a:xfrm>
          <a:prstGeom prst="rect">
            <a:avLst/>
          </a:prstGeom>
          <a:solidFill>
            <a:srgbClr val="FCE5CD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Target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D6BDA3EB-CCA6-8694-779B-84954388602A}"/>
              </a:ext>
            </a:extLst>
          </p:cNvPr>
          <p:cNvCxnSpPr>
            <a:cxnSpLocks/>
          </p:cNvCxnSpPr>
          <p:nvPr/>
        </p:nvCxnSpPr>
        <p:spPr>
          <a:xfrm rot="16200000" flipH="1">
            <a:off x="3497749" y="1505075"/>
            <a:ext cx="777955" cy="326166"/>
          </a:xfrm>
          <a:prstGeom prst="bentConnector3">
            <a:avLst>
              <a:gd name="adj1" fmla="val 2165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Google Shape;169;p2">
            <a:extLst>
              <a:ext uri="{FF2B5EF4-FFF2-40B4-BE49-F238E27FC236}">
                <a16:creationId xmlns:a16="http://schemas.microsoft.com/office/drawing/2014/main" id="{B26BA458-6C87-2909-29C4-38E6FB57A9AF}"/>
              </a:ext>
            </a:extLst>
          </p:cNvPr>
          <p:cNvSpPr/>
          <p:nvPr/>
        </p:nvSpPr>
        <p:spPr>
          <a:xfrm>
            <a:off x="10434787" y="927105"/>
            <a:ext cx="203400" cy="204900"/>
          </a:xfrm>
          <a:prstGeom prst="ellipse">
            <a:avLst/>
          </a:prstGeom>
          <a:solidFill>
            <a:srgbClr val="C7EDFC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sp>
        <p:nvSpPr>
          <p:cNvPr id="16" name="Google Shape;170;p2">
            <a:extLst>
              <a:ext uri="{FF2B5EF4-FFF2-40B4-BE49-F238E27FC236}">
                <a16:creationId xmlns:a16="http://schemas.microsoft.com/office/drawing/2014/main" id="{BA41FF6E-6D56-EAE7-F647-1D10B9C4C49C}"/>
              </a:ext>
            </a:extLst>
          </p:cNvPr>
          <p:cNvSpPr/>
          <p:nvPr/>
        </p:nvSpPr>
        <p:spPr>
          <a:xfrm>
            <a:off x="10781404" y="722214"/>
            <a:ext cx="203400" cy="204900"/>
          </a:xfrm>
          <a:prstGeom prst="ellipse">
            <a:avLst/>
          </a:prstGeom>
          <a:solidFill>
            <a:srgbClr val="4A86E8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sp>
        <p:nvSpPr>
          <p:cNvPr id="17" name="Google Shape;171;p2">
            <a:extLst>
              <a:ext uri="{FF2B5EF4-FFF2-40B4-BE49-F238E27FC236}">
                <a16:creationId xmlns:a16="http://schemas.microsoft.com/office/drawing/2014/main" id="{A0909CAB-C6FD-B341-253D-7AEDF9FB8E2A}"/>
              </a:ext>
            </a:extLst>
          </p:cNvPr>
          <p:cNvSpPr/>
          <p:nvPr/>
        </p:nvSpPr>
        <p:spPr>
          <a:xfrm>
            <a:off x="10781404" y="1132174"/>
            <a:ext cx="203400" cy="204900"/>
          </a:xfrm>
          <a:prstGeom prst="ellipse">
            <a:avLst/>
          </a:prstGeom>
          <a:solidFill>
            <a:srgbClr val="C7EDFC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sp>
        <p:nvSpPr>
          <p:cNvPr id="18" name="Google Shape;172;p2">
            <a:extLst>
              <a:ext uri="{FF2B5EF4-FFF2-40B4-BE49-F238E27FC236}">
                <a16:creationId xmlns:a16="http://schemas.microsoft.com/office/drawing/2014/main" id="{BE5DFAD7-09F3-E909-B465-3B994193EAC5}"/>
              </a:ext>
            </a:extLst>
          </p:cNvPr>
          <p:cNvSpPr/>
          <p:nvPr/>
        </p:nvSpPr>
        <p:spPr>
          <a:xfrm>
            <a:off x="11128037" y="751661"/>
            <a:ext cx="203400" cy="204900"/>
          </a:xfrm>
          <a:prstGeom prst="ellipse">
            <a:avLst/>
          </a:prstGeom>
          <a:solidFill>
            <a:srgbClr val="C9DAF8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sp>
        <p:nvSpPr>
          <p:cNvPr id="19" name="Google Shape;173;p2">
            <a:extLst>
              <a:ext uri="{FF2B5EF4-FFF2-40B4-BE49-F238E27FC236}">
                <a16:creationId xmlns:a16="http://schemas.microsoft.com/office/drawing/2014/main" id="{795DA313-1DAF-AA26-9F8F-55BF19436C8D}"/>
              </a:ext>
            </a:extLst>
          </p:cNvPr>
          <p:cNvSpPr/>
          <p:nvPr/>
        </p:nvSpPr>
        <p:spPr>
          <a:xfrm>
            <a:off x="11043381" y="1039705"/>
            <a:ext cx="203400" cy="204900"/>
          </a:xfrm>
          <a:prstGeom prst="ellipse">
            <a:avLst/>
          </a:prstGeom>
          <a:solidFill>
            <a:srgbClr val="C7EDFC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sp>
        <p:nvSpPr>
          <p:cNvPr id="20" name="Google Shape;174;p2">
            <a:extLst>
              <a:ext uri="{FF2B5EF4-FFF2-40B4-BE49-F238E27FC236}">
                <a16:creationId xmlns:a16="http://schemas.microsoft.com/office/drawing/2014/main" id="{FE272EFD-00A7-B91B-76C2-738223C2E828}"/>
              </a:ext>
            </a:extLst>
          </p:cNvPr>
          <p:cNvSpPr/>
          <p:nvPr/>
        </p:nvSpPr>
        <p:spPr>
          <a:xfrm>
            <a:off x="11377906" y="927105"/>
            <a:ext cx="203400" cy="204900"/>
          </a:xfrm>
          <a:prstGeom prst="ellipse">
            <a:avLst/>
          </a:prstGeom>
          <a:solidFill>
            <a:srgbClr val="C7EDFC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/>
          </a:p>
        </p:txBody>
      </p:sp>
      <p:cxnSp>
        <p:nvCxnSpPr>
          <p:cNvPr id="21" name="Google Shape;175;p2">
            <a:extLst>
              <a:ext uri="{FF2B5EF4-FFF2-40B4-BE49-F238E27FC236}">
                <a16:creationId xmlns:a16="http://schemas.microsoft.com/office/drawing/2014/main" id="{0AF3006A-64EB-65C9-E84F-2EA2D08286B1}"/>
              </a:ext>
            </a:extLst>
          </p:cNvPr>
          <p:cNvCxnSpPr>
            <a:stCxn id="19" idx="2"/>
            <a:endCxn id="19" idx="2"/>
          </p:cNvCxnSpPr>
          <p:nvPr/>
        </p:nvCxnSpPr>
        <p:spPr>
          <a:xfrm>
            <a:off x="11043381" y="1142155"/>
            <a:ext cx="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76;p2">
            <a:extLst>
              <a:ext uri="{FF2B5EF4-FFF2-40B4-BE49-F238E27FC236}">
                <a16:creationId xmlns:a16="http://schemas.microsoft.com/office/drawing/2014/main" id="{E5263E34-C48B-78F2-CAE3-9D345CE582D2}"/>
              </a:ext>
            </a:extLst>
          </p:cNvPr>
          <p:cNvCxnSpPr>
            <a:stCxn id="15" idx="6"/>
            <a:endCxn id="16" idx="3"/>
          </p:cNvCxnSpPr>
          <p:nvPr/>
        </p:nvCxnSpPr>
        <p:spPr>
          <a:xfrm rot="10800000" flipH="1">
            <a:off x="10638187" y="897255"/>
            <a:ext cx="173100" cy="132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177;p2">
            <a:extLst>
              <a:ext uri="{FF2B5EF4-FFF2-40B4-BE49-F238E27FC236}">
                <a16:creationId xmlns:a16="http://schemas.microsoft.com/office/drawing/2014/main" id="{7BED7487-6C94-C53C-0984-A9F6CB4F1693}"/>
              </a:ext>
            </a:extLst>
          </p:cNvPr>
          <p:cNvCxnSpPr>
            <a:endCxn id="18" idx="2"/>
          </p:cNvCxnSpPr>
          <p:nvPr/>
        </p:nvCxnSpPr>
        <p:spPr>
          <a:xfrm>
            <a:off x="10984937" y="801011"/>
            <a:ext cx="143100" cy="53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" name="Google Shape;178;p2">
            <a:extLst>
              <a:ext uri="{FF2B5EF4-FFF2-40B4-BE49-F238E27FC236}">
                <a16:creationId xmlns:a16="http://schemas.microsoft.com/office/drawing/2014/main" id="{44F0023B-66FB-D206-0C24-D8388362FBFA}"/>
              </a:ext>
            </a:extLst>
          </p:cNvPr>
          <p:cNvCxnSpPr>
            <a:stCxn id="19" idx="7"/>
            <a:endCxn id="18" idx="3"/>
          </p:cNvCxnSpPr>
          <p:nvPr/>
        </p:nvCxnSpPr>
        <p:spPr>
          <a:xfrm rot="10800000">
            <a:off x="11157893" y="926612"/>
            <a:ext cx="59100" cy="143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" name="Google Shape;179;p2">
            <a:extLst>
              <a:ext uri="{FF2B5EF4-FFF2-40B4-BE49-F238E27FC236}">
                <a16:creationId xmlns:a16="http://schemas.microsoft.com/office/drawing/2014/main" id="{E8ED4BE8-ED52-EB88-2E5E-E2631CB3831F}"/>
              </a:ext>
            </a:extLst>
          </p:cNvPr>
          <p:cNvCxnSpPr>
            <a:stCxn id="20" idx="0"/>
          </p:cNvCxnSpPr>
          <p:nvPr/>
        </p:nvCxnSpPr>
        <p:spPr>
          <a:xfrm rot="10800000">
            <a:off x="11331406" y="892005"/>
            <a:ext cx="148200" cy="35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" name="Google Shape;180;p2">
            <a:extLst>
              <a:ext uri="{FF2B5EF4-FFF2-40B4-BE49-F238E27FC236}">
                <a16:creationId xmlns:a16="http://schemas.microsoft.com/office/drawing/2014/main" id="{E6C26A97-CF32-D72B-F792-7265D9970903}"/>
              </a:ext>
            </a:extLst>
          </p:cNvPr>
          <p:cNvCxnSpPr>
            <a:stCxn id="20" idx="3"/>
          </p:cNvCxnSpPr>
          <p:nvPr/>
        </p:nvCxnSpPr>
        <p:spPr>
          <a:xfrm flipH="1">
            <a:off x="11238193" y="1101999"/>
            <a:ext cx="169500" cy="2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Google Shape;181;p2">
            <a:extLst>
              <a:ext uri="{FF2B5EF4-FFF2-40B4-BE49-F238E27FC236}">
                <a16:creationId xmlns:a16="http://schemas.microsoft.com/office/drawing/2014/main" id="{93B7B57D-E26E-5ECE-4E42-7BA1584AA0C0}"/>
              </a:ext>
            </a:extLst>
          </p:cNvPr>
          <p:cNvSpPr/>
          <p:nvPr/>
        </p:nvSpPr>
        <p:spPr>
          <a:xfrm>
            <a:off x="10620965" y="1194442"/>
            <a:ext cx="756000" cy="334800"/>
          </a:xfrm>
          <a:prstGeom prst="rect">
            <a:avLst/>
          </a:prstGeom>
          <a:solidFill>
            <a:srgbClr val="E6B8AF"/>
          </a:solidFill>
          <a:ln w="5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Draft</a:t>
            </a: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" name="Google Shape;182;p2">
            <a:extLst>
              <a:ext uri="{FF2B5EF4-FFF2-40B4-BE49-F238E27FC236}">
                <a16:creationId xmlns:a16="http://schemas.microsoft.com/office/drawing/2014/main" id="{DF207C96-63DE-4FC8-44DB-81D21015FDE7}"/>
              </a:ext>
            </a:extLst>
          </p:cNvPr>
          <p:cNvCxnSpPr>
            <a:stCxn id="15" idx="6"/>
            <a:endCxn id="17" idx="1"/>
          </p:cNvCxnSpPr>
          <p:nvPr/>
        </p:nvCxnSpPr>
        <p:spPr>
          <a:xfrm>
            <a:off x="10638187" y="1029555"/>
            <a:ext cx="173100" cy="13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Google Shape;185;p2">
            <a:extLst>
              <a:ext uri="{FF2B5EF4-FFF2-40B4-BE49-F238E27FC236}">
                <a16:creationId xmlns:a16="http://schemas.microsoft.com/office/drawing/2014/main" id="{28FECBEA-F32B-16A3-9091-27673457C818}"/>
              </a:ext>
            </a:extLst>
          </p:cNvPr>
          <p:cNvSpPr/>
          <p:nvPr/>
        </p:nvSpPr>
        <p:spPr>
          <a:xfrm>
            <a:off x="10376875" y="707739"/>
            <a:ext cx="1270500" cy="8700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B832F5-1F10-91C6-DD44-3C5D2D4FEF6C}"/>
              </a:ext>
            </a:extLst>
          </p:cNvPr>
          <p:cNvSpPr txBox="1"/>
          <p:nvPr/>
        </p:nvSpPr>
        <p:spPr>
          <a:xfrm>
            <a:off x="10303392" y="131873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💻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61BAAA0-3820-1BE0-D04C-AA9DA3B6CD63}"/>
              </a:ext>
            </a:extLst>
          </p:cNvPr>
          <p:cNvCxnSpPr/>
          <p:nvPr/>
        </p:nvCxnSpPr>
        <p:spPr>
          <a:xfrm>
            <a:off x="6625305" y="1455522"/>
            <a:ext cx="1458970" cy="0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Google Shape;121;p2">
            <a:extLst>
              <a:ext uri="{FF2B5EF4-FFF2-40B4-BE49-F238E27FC236}">
                <a16:creationId xmlns:a16="http://schemas.microsoft.com/office/drawing/2014/main" id="{4E789E43-632C-C8C1-E18D-0097D008343B}"/>
              </a:ext>
            </a:extLst>
          </p:cNvPr>
          <p:cNvSpPr txBox="1"/>
          <p:nvPr/>
        </p:nvSpPr>
        <p:spPr>
          <a:xfrm>
            <a:off x="6691216" y="662328"/>
            <a:ext cx="1068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Async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</a:t>
            </a:r>
            <a:endParaRPr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535DA1D-65D9-6812-A37C-97FDD7B2551C}"/>
              </a:ext>
            </a:extLst>
          </p:cNvPr>
          <p:cNvCxnSpPr>
            <a:cxnSpLocks/>
          </p:cNvCxnSpPr>
          <p:nvPr/>
        </p:nvCxnSpPr>
        <p:spPr>
          <a:xfrm>
            <a:off x="11183166" y="2213151"/>
            <a:ext cx="0" cy="1215849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27575AC-7501-7BFC-4C9C-0E8D07B6640A}"/>
              </a:ext>
            </a:extLst>
          </p:cNvPr>
          <p:cNvCxnSpPr>
            <a:cxnSpLocks/>
          </p:cNvCxnSpPr>
          <p:nvPr/>
        </p:nvCxnSpPr>
        <p:spPr>
          <a:xfrm>
            <a:off x="7225366" y="6064650"/>
            <a:ext cx="4966634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Google Shape;121;p2">
            <a:extLst>
              <a:ext uri="{FF2B5EF4-FFF2-40B4-BE49-F238E27FC236}">
                <a16:creationId xmlns:a16="http://schemas.microsoft.com/office/drawing/2014/main" id="{7C6DD22E-4E0B-BDD6-D3BC-231B31C2622B}"/>
              </a:ext>
            </a:extLst>
          </p:cNvPr>
          <p:cNvSpPr txBox="1"/>
          <p:nvPr/>
        </p:nvSpPr>
        <p:spPr>
          <a:xfrm>
            <a:off x="10206751" y="5726136"/>
            <a:ext cx="21399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 Training…</a:t>
            </a:r>
            <a:endParaRPr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85DEFB-F470-249C-D9FE-50759DB5818C}"/>
              </a:ext>
            </a:extLst>
          </p:cNvPr>
          <p:cNvCxnSpPr>
            <a:cxnSpLocks/>
          </p:cNvCxnSpPr>
          <p:nvPr/>
        </p:nvCxnSpPr>
        <p:spPr>
          <a:xfrm>
            <a:off x="2635766" y="2628965"/>
            <a:ext cx="0" cy="81011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64" descr="A graph showing a number of times&#10;&#10;AI-generated content may be incorrect.">
            <a:extLst>
              <a:ext uri="{FF2B5EF4-FFF2-40B4-BE49-F238E27FC236}">
                <a16:creationId xmlns:a16="http://schemas.microsoft.com/office/drawing/2014/main" id="{66850658-0DA0-EBB7-5ADC-39C6EAB49A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0599" y="3425104"/>
            <a:ext cx="5409342" cy="2671280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F6744846-D5F2-0DB9-64B4-76D73F4319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4908" y="2087962"/>
            <a:ext cx="7620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g3bf8d3c82a0_0_0"/>
          <p:cNvPicPr preferRelativeResize="0"/>
          <p:nvPr/>
        </p:nvPicPr>
        <p:blipFill rotWithShape="1">
          <a:blip r:embed="rId3">
            <a:alphaModFix/>
          </a:blip>
          <a:srcRect l="386" r="386"/>
          <a:stretch/>
        </p:blipFill>
        <p:spPr>
          <a:xfrm>
            <a:off x="0" y="-48850"/>
            <a:ext cx="12192000" cy="6863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f8d3c82a0_0_6"/>
          <p:cNvSpPr/>
          <p:nvPr/>
        </p:nvSpPr>
        <p:spPr>
          <a:xfrm>
            <a:off x="8484050" y="1162175"/>
            <a:ext cx="1113600" cy="10350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3bf8d3c82a0_0_6"/>
          <p:cNvSpPr/>
          <p:nvPr/>
        </p:nvSpPr>
        <p:spPr>
          <a:xfrm>
            <a:off x="1332975" y="438750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Batch 1</a:t>
            </a:r>
            <a:endParaRPr/>
          </a:p>
        </p:txBody>
      </p:sp>
      <p:sp>
        <p:nvSpPr>
          <p:cNvPr id="198" name="Google Shape;198;g3bf8d3c82a0_0_6"/>
          <p:cNvSpPr txBox="1"/>
          <p:nvPr/>
        </p:nvSpPr>
        <p:spPr>
          <a:xfrm>
            <a:off x="92300" y="541500"/>
            <a:ext cx="95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Inferece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99" name="Google Shape;199;g3bf8d3c82a0_0_6"/>
          <p:cNvSpPr/>
          <p:nvPr/>
        </p:nvSpPr>
        <p:spPr>
          <a:xfrm>
            <a:off x="2550200" y="438750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200" name="Google Shape;200;g3bf8d3c82a0_0_6"/>
          <p:cNvSpPr/>
          <p:nvPr/>
        </p:nvSpPr>
        <p:spPr>
          <a:xfrm>
            <a:off x="3767425" y="438750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201" name="Google Shape;201;g3bf8d3c82a0_0_6"/>
          <p:cNvSpPr/>
          <p:nvPr/>
        </p:nvSpPr>
        <p:spPr>
          <a:xfrm>
            <a:off x="4926075" y="438750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02" name="Google Shape;202;g3bf8d3c82a0_0_6"/>
          <p:cNvSpPr/>
          <p:nvPr/>
        </p:nvSpPr>
        <p:spPr>
          <a:xfrm>
            <a:off x="6084725" y="438750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203" name="Google Shape;203;g3bf8d3c82a0_0_6"/>
          <p:cNvSpPr txBox="1"/>
          <p:nvPr/>
        </p:nvSpPr>
        <p:spPr>
          <a:xfrm>
            <a:off x="0" y="0"/>
            <a:ext cx="562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Update Frequency: 3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04" name="Google Shape;204;g3bf8d3c82a0_0_6"/>
          <p:cNvCxnSpPr>
            <a:endCxn id="202" idx="2"/>
          </p:cNvCxnSpPr>
          <p:nvPr/>
        </p:nvCxnSpPr>
        <p:spPr>
          <a:xfrm rot="10800000">
            <a:off x="6499925" y="1044450"/>
            <a:ext cx="900" cy="68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5" name="Google Shape;205;g3bf8d3c82a0_0_6"/>
          <p:cNvSpPr txBox="1"/>
          <p:nvPr/>
        </p:nvSpPr>
        <p:spPr>
          <a:xfrm>
            <a:off x="6576075" y="1504775"/>
            <a:ext cx="830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Update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6" name="Google Shape;206;g3bf8d3c82a0_0_6"/>
          <p:cNvSpPr txBox="1"/>
          <p:nvPr/>
        </p:nvSpPr>
        <p:spPr>
          <a:xfrm>
            <a:off x="6682025" y="1074513"/>
            <a:ext cx="830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Aborted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7" name="Google Shape;207;g3bf8d3c82a0_0_6"/>
          <p:cNvSpPr/>
          <p:nvPr/>
        </p:nvSpPr>
        <p:spPr>
          <a:xfrm>
            <a:off x="6682025" y="438750"/>
            <a:ext cx="233100" cy="6057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g3bf8d3c82a0_0_6"/>
          <p:cNvSpPr txBox="1"/>
          <p:nvPr/>
        </p:nvSpPr>
        <p:spPr>
          <a:xfrm>
            <a:off x="92300" y="1504775"/>
            <a:ext cx="95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Training</a:t>
            </a:r>
            <a:endParaRPr b="1">
              <a:solidFill>
                <a:schemeClr val="dk1"/>
              </a:solidFill>
            </a:endParaRPr>
          </a:p>
        </p:txBody>
      </p:sp>
      <p:cxnSp>
        <p:nvCxnSpPr>
          <p:cNvPr id="209" name="Google Shape;209;g3bf8d3c82a0_0_6"/>
          <p:cNvCxnSpPr/>
          <p:nvPr/>
        </p:nvCxnSpPr>
        <p:spPr>
          <a:xfrm rot="10800000" flipH="1">
            <a:off x="146400" y="2091775"/>
            <a:ext cx="12045600" cy="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" name="Google Shape;210;g3bf8d3c82a0_0_6"/>
          <p:cNvSpPr txBox="1"/>
          <p:nvPr/>
        </p:nvSpPr>
        <p:spPr>
          <a:xfrm>
            <a:off x="136631" y="2344900"/>
            <a:ext cx="95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Inferece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11" name="Google Shape;211;g3bf8d3c82a0_0_6"/>
          <p:cNvSpPr txBox="1"/>
          <p:nvPr/>
        </p:nvSpPr>
        <p:spPr>
          <a:xfrm>
            <a:off x="136631" y="3132325"/>
            <a:ext cx="95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Training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12" name="Google Shape;212;g3bf8d3c82a0_0_6"/>
          <p:cNvSpPr/>
          <p:nvPr/>
        </p:nvSpPr>
        <p:spPr>
          <a:xfrm>
            <a:off x="1211831" y="2242158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Batch 1 (12)</a:t>
            </a:r>
            <a:endParaRPr/>
          </a:p>
        </p:txBody>
      </p:sp>
      <p:sp>
        <p:nvSpPr>
          <p:cNvPr id="213" name="Google Shape;213;g3bf8d3c82a0_0_6"/>
          <p:cNvSpPr/>
          <p:nvPr/>
        </p:nvSpPr>
        <p:spPr>
          <a:xfrm>
            <a:off x="2429056" y="2242158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(8+4)</a:t>
            </a:r>
            <a:endParaRPr/>
          </a:p>
        </p:txBody>
      </p:sp>
      <p:sp>
        <p:nvSpPr>
          <p:cNvPr id="214" name="Google Shape;214;g3bf8d3c82a0_0_6"/>
          <p:cNvSpPr/>
          <p:nvPr/>
        </p:nvSpPr>
        <p:spPr>
          <a:xfrm>
            <a:off x="3646281" y="2242158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215" name="Google Shape;215;g3bf8d3c82a0_0_6"/>
          <p:cNvSpPr/>
          <p:nvPr/>
        </p:nvSpPr>
        <p:spPr>
          <a:xfrm>
            <a:off x="4804931" y="2242158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16" name="Google Shape;216;g3bf8d3c82a0_0_6"/>
          <p:cNvSpPr/>
          <p:nvPr/>
        </p:nvSpPr>
        <p:spPr>
          <a:xfrm>
            <a:off x="5963577" y="2242150"/>
            <a:ext cx="6057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cxnSp>
        <p:nvCxnSpPr>
          <p:cNvPr id="217" name="Google Shape;217;g3bf8d3c82a0_0_6"/>
          <p:cNvCxnSpPr/>
          <p:nvPr/>
        </p:nvCxnSpPr>
        <p:spPr>
          <a:xfrm rot="10800000">
            <a:off x="6343002" y="2867150"/>
            <a:ext cx="900" cy="68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8" name="Google Shape;218;g3bf8d3c82a0_0_6"/>
          <p:cNvSpPr txBox="1"/>
          <p:nvPr/>
        </p:nvSpPr>
        <p:spPr>
          <a:xfrm>
            <a:off x="4555781" y="5072833"/>
            <a:ext cx="830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Update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9" name="Google Shape;219;g3bf8d3c82a0_0_6"/>
          <p:cNvSpPr txBox="1"/>
          <p:nvPr/>
        </p:nvSpPr>
        <p:spPr>
          <a:xfrm>
            <a:off x="6383381" y="2877920"/>
            <a:ext cx="830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Aborted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0" name="Google Shape;220;g3bf8d3c82a0_0_6"/>
          <p:cNvSpPr/>
          <p:nvPr/>
        </p:nvSpPr>
        <p:spPr>
          <a:xfrm>
            <a:off x="7483950" y="400200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221" name="Google Shape;221;g3bf8d3c82a0_0_6"/>
          <p:cNvSpPr/>
          <p:nvPr/>
        </p:nvSpPr>
        <p:spPr>
          <a:xfrm>
            <a:off x="7406475" y="1402025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22" name="Google Shape;222;g3bf8d3c82a0_0_6"/>
          <p:cNvSpPr/>
          <p:nvPr/>
        </p:nvSpPr>
        <p:spPr>
          <a:xfrm>
            <a:off x="8718500" y="1402025"/>
            <a:ext cx="6057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223" name="Google Shape;223;g3bf8d3c82a0_0_6"/>
          <p:cNvSpPr/>
          <p:nvPr/>
        </p:nvSpPr>
        <p:spPr>
          <a:xfrm>
            <a:off x="2550200" y="1402025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Batch 1</a:t>
            </a:r>
            <a:endParaRPr/>
          </a:p>
        </p:txBody>
      </p:sp>
      <p:sp>
        <p:nvSpPr>
          <p:cNvPr id="224" name="Google Shape;224;g3bf8d3c82a0_0_6"/>
          <p:cNvSpPr/>
          <p:nvPr/>
        </p:nvSpPr>
        <p:spPr>
          <a:xfrm>
            <a:off x="3359538" y="1402025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225" name="Google Shape;225;g3bf8d3c82a0_0_6"/>
          <p:cNvSpPr/>
          <p:nvPr/>
        </p:nvSpPr>
        <p:spPr>
          <a:xfrm>
            <a:off x="5634350" y="1402025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226" name="Google Shape;226;g3bf8d3c82a0_0_6"/>
          <p:cNvSpPr/>
          <p:nvPr/>
        </p:nvSpPr>
        <p:spPr>
          <a:xfrm>
            <a:off x="2465131" y="3361750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Batch 1 (12=4; 6)</a:t>
            </a:r>
            <a:endParaRPr/>
          </a:p>
        </p:txBody>
      </p:sp>
      <p:sp>
        <p:nvSpPr>
          <p:cNvPr id="227" name="Google Shape;227;g3bf8d3c82a0_0_6"/>
          <p:cNvSpPr/>
          <p:nvPr/>
        </p:nvSpPr>
        <p:spPr>
          <a:xfrm>
            <a:off x="3274468" y="3361750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(12)</a:t>
            </a:r>
            <a:endParaRPr/>
          </a:p>
        </p:txBody>
      </p:sp>
      <p:sp>
        <p:nvSpPr>
          <p:cNvPr id="228" name="Google Shape;228;g3bf8d3c82a0_0_6"/>
          <p:cNvSpPr/>
          <p:nvPr/>
        </p:nvSpPr>
        <p:spPr>
          <a:xfrm>
            <a:off x="5473131" y="3361750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(12)</a:t>
            </a:r>
            <a:endParaRPr/>
          </a:p>
        </p:txBody>
      </p:sp>
      <p:sp>
        <p:nvSpPr>
          <p:cNvPr id="229" name="Google Shape;229;g3bf8d3c82a0_0_6"/>
          <p:cNvSpPr/>
          <p:nvPr/>
        </p:nvSpPr>
        <p:spPr>
          <a:xfrm>
            <a:off x="7474181" y="3361750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30" name="Google Shape;230;g3bf8d3c82a0_0_6"/>
          <p:cNvSpPr/>
          <p:nvPr/>
        </p:nvSpPr>
        <p:spPr>
          <a:xfrm>
            <a:off x="8708731" y="3361750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231" name="Google Shape;231;g3bf8d3c82a0_0_6"/>
          <p:cNvSpPr/>
          <p:nvPr/>
        </p:nvSpPr>
        <p:spPr>
          <a:xfrm>
            <a:off x="8837956" y="2242150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cxnSp>
        <p:nvCxnSpPr>
          <p:cNvPr id="232" name="Google Shape;232;g3bf8d3c82a0_0_6"/>
          <p:cNvCxnSpPr/>
          <p:nvPr/>
        </p:nvCxnSpPr>
        <p:spPr>
          <a:xfrm rot="10800000" flipH="1">
            <a:off x="146400" y="4054375"/>
            <a:ext cx="12045600" cy="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3" name="Google Shape;233;g3bf8d3c82a0_0_6"/>
          <p:cNvSpPr txBox="1"/>
          <p:nvPr/>
        </p:nvSpPr>
        <p:spPr>
          <a:xfrm>
            <a:off x="146400" y="4513025"/>
            <a:ext cx="95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Inferece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34" name="Google Shape;234;g3bf8d3c82a0_0_6"/>
          <p:cNvSpPr txBox="1"/>
          <p:nvPr/>
        </p:nvSpPr>
        <p:spPr>
          <a:xfrm>
            <a:off x="146400" y="5300450"/>
            <a:ext cx="95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Training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35" name="Google Shape;235;g3bf8d3c82a0_0_6"/>
          <p:cNvSpPr/>
          <p:nvPr/>
        </p:nvSpPr>
        <p:spPr>
          <a:xfrm>
            <a:off x="1221600" y="4410283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Batch 1</a:t>
            </a:r>
            <a:endParaRPr/>
          </a:p>
        </p:txBody>
      </p:sp>
      <p:sp>
        <p:nvSpPr>
          <p:cNvPr id="236" name="Google Shape;236;g3bf8d3c82a0_0_6"/>
          <p:cNvSpPr/>
          <p:nvPr/>
        </p:nvSpPr>
        <p:spPr>
          <a:xfrm>
            <a:off x="2438825" y="4410283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237" name="Google Shape;237;g3bf8d3c82a0_0_6"/>
          <p:cNvSpPr/>
          <p:nvPr/>
        </p:nvSpPr>
        <p:spPr>
          <a:xfrm>
            <a:off x="3656050" y="4410283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36 request</a:t>
            </a:r>
            <a:endParaRPr/>
          </a:p>
        </p:txBody>
      </p:sp>
      <p:sp>
        <p:nvSpPr>
          <p:cNvPr id="238" name="Google Shape;238;g3bf8d3c82a0_0_6"/>
          <p:cNvSpPr/>
          <p:nvPr/>
        </p:nvSpPr>
        <p:spPr>
          <a:xfrm>
            <a:off x="4814700" y="4410283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39" name="Google Shape;239;g3bf8d3c82a0_0_6"/>
          <p:cNvSpPr/>
          <p:nvPr/>
        </p:nvSpPr>
        <p:spPr>
          <a:xfrm>
            <a:off x="5973350" y="4410283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240" name="Google Shape;240;g3bf8d3c82a0_0_6"/>
          <p:cNvSpPr/>
          <p:nvPr/>
        </p:nvSpPr>
        <p:spPr>
          <a:xfrm>
            <a:off x="2474900" y="5529875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Batch 1</a:t>
            </a:r>
            <a:endParaRPr/>
          </a:p>
        </p:txBody>
      </p:sp>
      <p:sp>
        <p:nvSpPr>
          <p:cNvPr id="241" name="Google Shape;241;g3bf8d3c82a0_0_6"/>
          <p:cNvSpPr/>
          <p:nvPr/>
        </p:nvSpPr>
        <p:spPr>
          <a:xfrm>
            <a:off x="3284238" y="5529875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242" name="Google Shape;242;g3bf8d3c82a0_0_6"/>
          <p:cNvSpPr/>
          <p:nvPr/>
        </p:nvSpPr>
        <p:spPr>
          <a:xfrm>
            <a:off x="4459300" y="5544913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243" name="Google Shape;243;g3bf8d3c82a0_0_6"/>
          <p:cNvSpPr/>
          <p:nvPr/>
        </p:nvSpPr>
        <p:spPr>
          <a:xfrm>
            <a:off x="5634350" y="5529875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44" name="Google Shape;244;g3bf8d3c82a0_0_6"/>
          <p:cNvSpPr/>
          <p:nvPr/>
        </p:nvSpPr>
        <p:spPr>
          <a:xfrm>
            <a:off x="8236875" y="5529875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245" name="Google Shape;245;g3bf8d3c82a0_0_6"/>
          <p:cNvSpPr/>
          <p:nvPr/>
        </p:nvSpPr>
        <p:spPr>
          <a:xfrm>
            <a:off x="7038800" y="4410275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cxnSp>
        <p:nvCxnSpPr>
          <p:cNvPr id="246" name="Google Shape;246;g3bf8d3c82a0_0_6"/>
          <p:cNvCxnSpPr/>
          <p:nvPr/>
        </p:nvCxnSpPr>
        <p:spPr>
          <a:xfrm rot="10800000" flipH="1">
            <a:off x="146400" y="6222500"/>
            <a:ext cx="12045600" cy="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" name="Google Shape;247;g3bf8d3c82a0_0_6"/>
          <p:cNvCxnSpPr/>
          <p:nvPr/>
        </p:nvCxnSpPr>
        <p:spPr>
          <a:xfrm>
            <a:off x="4419825" y="5012900"/>
            <a:ext cx="9900" cy="59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8" name="Google Shape;248;g3bf8d3c82a0_0_6"/>
          <p:cNvCxnSpPr/>
          <p:nvPr/>
        </p:nvCxnSpPr>
        <p:spPr>
          <a:xfrm rot="10800000">
            <a:off x="4574475" y="5034725"/>
            <a:ext cx="4800" cy="47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9" name="Google Shape;249;g3bf8d3c82a0_0_6"/>
          <p:cNvCxnSpPr/>
          <p:nvPr/>
        </p:nvCxnSpPr>
        <p:spPr>
          <a:xfrm>
            <a:off x="7899150" y="5012900"/>
            <a:ext cx="0" cy="77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0" name="Google Shape;250;g3bf8d3c82a0_0_6"/>
          <p:cNvCxnSpPr/>
          <p:nvPr/>
        </p:nvCxnSpPr>
        <p:spPr>
          <a:xfrm rot="10800000" flipH="1">
            <a:off x="8050043" y="5012908"/>
            <a:ext cx="6000" cy="71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1" name="Google Shape;251;g3bf8d3c82a0_0_6"/>
          <p:cNvSpPr txBox="1"/>
          <p:nvPr/>
        </p:nvSpPr>
        <p:spPr>
          <a:xfrm>
            <a:off x="8137181" y="5072833"/>
            <a:ext cx="830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Update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52" name="Google Shape;252;g3bf8d3c82a0_0_6"/>
          <p:cNvCxnSpPr/>
          <p:nvPr/>
        </p:nvCxnSpPr>
        <p:spPr>
          <a:xfrm>
            <a:off x="4564225" y="5411600"/>
            <a:ext cx="0" cy="81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3" name="Google Shape;253;g3bf8d3c82a0_0_6"/>
          <p:cNvSpPr txBox="1"/>
          <p:nvPr/>
        </p:nvSpPr>
        <p:spPr>
          <a:xfrm>
            <a:off x="4642727" y="6358450"/>
            <a:ext cx="239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Checkpoint of Batch1;2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4" name="Google Shape;254;g3bf8d3c82a0_0_6"/>
          <p:cNvSpPr txBox="1"/>
          <p:nvPr/>
        </p:nvSpPr>
        <p:spPr>
          <a:xfrm>
            <a:off x="9744325" y="341050"/>
            <a:ext cx="2457600" cy="24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dynamic batching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verifying….update weight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/init_weights_send_group_for_remote_instance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/send_weights_to_remote_instance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/get_remote_instance_transfer_engine_info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/update_weights_from_disk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dk1"/>
                </a:solidFill>
              </a:rPr>
              <a:t>IB</a:t>
            </a:r>
            <a:endParaRPr sz="9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b="1">
                <a:solidFill>
                  <a:schemeClr val="dk1"/>
                </a:solidFill>
              </a:rPr>
              <a:t>update tensor don’t break cuda graph</a:t>
            </a:r>
            <a:endParaRPr sz="9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55" name="Google Shape;255;g3bf8d3c82a0_0_6"/>
          <p:cNvSpPr/>
          <p:nvPr/>
        </p:nvSpPr>
        <p:spPr>
          <a:xfrm>
            <a:off x="7474175" y="2227275"/>
            <a:ext cx="233100" cy="6057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3bf8d3c82a0_0_6"/>
          <p:cNvSpPr txBox="1"/>
          <p:nvPr/>
        </p:nvSpPr>
        <p:spPr>
          <a:xfrm>
            <a:off x="9539125" y="4192025"/>
            <a:ext cx="2457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Fully async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how much samples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continuous batching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bf8d3c82a0_0_143"/>
          <p:cNvSpPr/>
          <p:nvPr/>
        </p:nvSpPr>
        <p:spPr>
          <a:xfrm>
            <a:off x="1332975" y="438750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Batch 1</a:t>
            </a:r>
            <a:endParaRPr/>
          </a:p>
        </p:txBody>
      </p:sp>
      <p:sp>
        <p:nvSpPr>
          <p:cNvPr id="262" name="Google Shape;262;g3bf8d3c82a0_0_143"/>
          <p:cNvSpPr txBox="1"/>
          <p:nvPr/>
        </p:nvSpPr>
        <p:spPr>
          <a:xfrm>
            <a:off x="92300" y="541500"/>
            <a:ext cx="95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Inferece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63" name="Google Shape;263;g3bf8d3c82a0_0_143"/>
          <p:cNvSpPr/>
          <p:nvPr/>
        </p:nvSpPr>
        <p:spPr>
          <a:xfrm>
            <a:off x="2550200" y="438750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264" name="Google Shape;264;g3bf8d3c82a0_0_143"/>
          <p:cNvSpPr/>
          <p:nvPr/>
        </p:nvSpPr>
        <p:spPr>
          <a:xfrm>
            <a:off x="3767425" y="438750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265" name="Google Shape;265;g3bf8d3c82a0_0_143"/>
          <p:cNvSpPr txBox="1"/>
          <p:nvPr/>
        </p:nvSpPr>
        <p:spPr>
          <a:xfrm>
            <a:off x="0" y="0"/>
            <a:ext cx="562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Update Frequency: 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6" name="Google Shape;266;g3bf8d3c82a0_0_143"/>
          <p:cNvSpPr txBox="1"/>
          <p:nvPr/>
        </p:nvSpPr>
        <p:spPr>
          <a:xfrm>
            <a:off x="5530100" y="825513"/>
            <a:ext cx="830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Barrier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Update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7" name="Google Shape;267;g3bf8d3c82a0_0_143"/>
          <p:cNvSpPr txBox="1"/>
          <p:nvPr/>
        </p:nvSpPr>
        <p:spPr>
          <a:xfrm>
            <a:off x="92300" y="1504775"/>
            <a:ext cx="95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Training</a:t>
            </a:r>
            <a:endParaRPr b="1">
              <a:solidFill>
                <a:schemeClr val="dk1"/>
              </a:solidFill>
            </a:endParaRPr>
          </a:p>
        </p:txBody>
      </p:sp>
      <p:cxnSp>
        <p:nvCxnSpPr>
          <p:cNvPr id="268" name="Google Shape;268;g3bf8d3c82a0_0_143"/>
          <p:cNvCxnSpPr/>
          <p:nvPr/>
        </p:nvCxnSpPr>
        <p:spPr>
          <a:xfrm rot="10800000" flipH="1">
            <a:off x="146400" y="2169925"/>
            <a:ext cx="12045600" cy="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9" name="Google Shape;269;g3bf8d3c82a0_0_143"/>
          <p:cNvSpPr/>
          <p:nvPr/>
        </p:nvSpPr>
        <p:spPr>
          <a:xfrm>
            <a:off x="2550200" y="1402025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Batch 1</a:t>
            </a:r>
            <a:endParaRPr/>
          </a:p>
        </p:txBody>
      </p:sp>
      <p:sp>
        <p:nvSpPr>
          <p:cNvPr id="270" name="Google Shape;270;g3bf8d3c82a0_0_143"/>
          <p:cNvSpPr/>
          <p:nvPr/>
        </p:nvSpPr>
        <p:spPr>
          <a:xfrm>
            <a:off x="3359538" y="1402025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271" name="Google Shape;271;g3bf8d3c82a0_0_143"/>
          <p:cNvSpPr/>
          <p:nvPr/>
        </p:nvSpPr>
        <p:spPr>
          <a:xfrm>
            <a:off x="4418050" y="1402025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cxnSp>
        <p:nvCxnSpPr>
          <p:cNvPr id="272" name="Google Shape;272;g3bf8d3c82a0_0_143"/>
          <p:cNvCxnSpPr/>
          <p:nvPr/>
        </p:nvCxnSpPr>
        <p:spPr>
          <a:xfrm>
            <a:off x="5436075" y="-9225"/>
            <a:ext cx="19500" cy="206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3" name="Google Shape;273;g3bf8d3c82a0_0_143"/>
          <p:cNvSpPr/>
          <p:nvPr/>
        </p:nvSpPr>
        <p:spPr>
          <a:xfrm>
            <a:off x="6606400" y="458025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74" name="Google Shape;274;g3bf8d3c82a0_0_143"/>
          <p:cNvSpPr/>
          <p:nvPr/>
        </p:nvSpPr>
        <p:spPr>
          <a:xfrm>
            <a:off x="7765050" y="458025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275" name="Google Shape;275;g3bf8d3c82a0_0_143"/>
          <p:cNvSpPr/>
          <p:nvPr/>
        </p:nvSpPr>
        <p:spPr>
          <a:xfrm>
            <a:off x="9164275" y="419475"/>
            <a:ext cx="830400" cy="60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cxnSp>
        <p:nvCxnSpPr>
          <p:cNvPr id="276" name="Google Shape;276;g3bf8d3c82a0_0_143"/>
          <p:cNvCxnSpPr/>
          <p:nvPr/>
        </p:nvCxnSpPr>
        <p:spPr>
          <a:xfrm rot="10800000">
            <a:off x="5572375" y="757425"/>
            <a:ext cx="900" cy="68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7" name="Google Shape;277;g3bf8d3c82a0_0_143"/>
          <p:cNvSpPr txBox="1"/>
          <p:nvPr/>
        </p:nvSpPr>
        <p:spPr>
          <a:xfrm>
            <a:off x="326775" y="3017825"/>
            <a:ext cx="73563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>
                <a:solidFill>
                  <a:schemeClr val="dk1"/>
                </a:solidFill>
              </a:rPr>
              <a:t>how to use data; domain shift; coding math; mega-speculator (MoE) (ensembling) routing -&gt; s1,s2,s3,</a:t>
            </a:r>
            <a:endParaRPr sz="28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=&gt; data -&gt; general; vs overfit in distrub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>
                <a:solidFill>
                  <a:schemeClr val="dk1"/>
                </a:solidFill>
              </a:rPr>
              <a:t>how many inference, how many training 1:1, N:1 ???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255</Words>
  <Application>Microsoft Macintosh PowerPoint</Application>
  <PresentationFormat>Widescreen</PresentationFormat>
  <Paragraphs>114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Times New Roman</vt:lpstr>
      <vt:lpstr>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Charlie Zhou</dc:creator>
  <cp:lastModifiedBy>Charlie Zhou</cp:lastModifiedBy>
  <cp:revision>7</cp:revision>
  <dcterms:created xsi:type="dcterms:W3CDTF">2026-01-27T08:16:38Z</dcterms:created>
  <dcterms:modified xsi:type="dcterms:W3CDTF">2026-01-29T02:46:01Z</dcterms:modified>
</cp:coreProperties>
</file>